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9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82" r:id="rId24"/>
    <p:sldId id="283" r:id="rId25"/>
    <p:sldId id="286" r:id="rId26"/>
    <p:sldId id="287" r:id="rId27"/>
    <p:sldId id="288" r:id="rId28"/>
    <p:sldId id="289" r:id="rId29"/>
    <p:sldId id="290" r:id="rId30"/>
    <p:sldId id="291" r:id="rId31"/>
    <p:sldId id="294" r:id="rId32"/>
    <p:sldId id="295" r:id="rId33"/>
    <p:sldId id="296" r:id="rId34"/>
    <p:sldId id="297" r:id="rId35"/>
    <p:sldId id="298" r:id="rId36"/>
    <p:sldId id="299" r:id="rId37"/>
    <p:sldId id="258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0753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3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7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0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3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0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3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1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65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13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83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62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24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16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6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1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🎬 GUESS THE MOVIE QUIZ 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317747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📜 RULES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• Answer in chat / shout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• No Google 😏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• Fastest wins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• Enjoy!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4643" y="283227"/>
            <a:ext cx="191383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Q1</a:t>
            </a:r>
          </a:p>
          <a:p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URI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 err="1"/>
              <a:t>Dhurandhar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/>
              <a:t>Raazi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/>
              <a:t>AIRLIFT</a:t>
            </a:r>
            <a:endParaRPr dirty="0"/>
          </a:p>
        </p:txBody>
      </p:sp>
      <p:pic>
        <p:nvPicPr>
          <p:cNvPr id="1028" name="Picture 4" descr="Pakistan emoji icon in PNG, SVG">
            <a:extLst>
              <a:ext uri="{FF2B5EF4-FFF2-40B4-BE49-F238E27FC236}">
                <a16:creationId xmlns:a16="http://schemas.microsoft.com/office/drawing/2014/main" id="{AA36FBBF-9AC2-E292-D0E1-A8DC1B59F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643" y="1336601"/>
            <a:ext cx="1502492" cy="141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🕵️ Detective Emoji: Meaning &amp; Usage">
            <a:extLst>
              <a:ext uri="{FF2B5EF4-FFF2-40B4-BE49-F238E27FC236}">
                <a16:creationId xmlns:a16="http://schemas.microsoft.com/office/drawing/2014/main" id="{D718AF89-1D28-2D17-CF88-2F01C648E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141" y="1447649"/>
            <a:ext cx="1384504" cy="130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🇮🇳 India Flag Emoji 🇮🇳 Complete Resource + Country Facts">
            <a:extLst>
              <a:ext uri="{FF2B5EF4-FFF2-40B4-BE49-F238E27FC236}">
                <a16:creationId xmlns:a16="http://schemas.microsoft.com/office/drawing/2014/main" id="{42BD5902-8075-5465-99DD-24A1DAAE4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894" y="1447649"/>
            <a:ext cx="1379766" cy="130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9715" y="2743200"/>
            <a:ext cx="312457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 err="1"/>
              <a:t>Dhurandhar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3795" y="1645920"/>
            <a:ext cx="3036409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Q2</a:t>
            </a:r>
          </a:p>
          <a:p>
            <a:r>
              <a:rPr sz="5400" dirty="0"/>
              <a:t>🌲👹🙏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Kantara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KGF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 err="1"/>
              <a:t>Kaatera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Vikrant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Kantara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6685" y="1673334"/>
            <a:ext cx="299633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Q3</a:t>
            </a:r>
          </a:p>
          <a:p>
            <a:r>
              <a:rPr lang="en-IN" sz="3600" dirty="0"/>
              <a:t>🐶 🏍️ 🛣️ ❤️</a:t>
            </a:r>
            <a:endParaRPr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777 Charlie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Love Mocktail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Rajakumara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777 Charlie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12493" y="1645920"/>
            <a:ext cx="2719014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sz="3600" dirty="0">
                <a:solidFill>
                  <a:schemeClr val="bg1"/>
                </a:solidFill>
              </a:rPr>
              <a:t>Q4</a:t>
            </a:r>
          </a:p>
          <a:p>
            <a:r>
              <a:rPr sz="4800" dirty="0"/>
              <a:t>🤖❤️👨‍🔬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Robot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Dasavatharam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Robot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31166" y="1645920"/>
            <a:ext cx="3281668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Q5</a:t>
            </a:r>
          </a:p>
          <a:p>
            <a:r>
              <a:rPr sz="4400" dirty="0"/>
              <a:t>🚢💔🧊🌊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Titanic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Jaws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Life of 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Cast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Titanic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851" y="1645920"/>
            <a:ext cx="3618298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Q6</a:t>
            </a:r>
          </a:p>
          <a:p>
            <a:r>
              <a:rPr lang="en-IN" sz="4400" dirty="0"/>
              <a:t>👨‍⚕️ 😡 💔 🍺</a:t>
            </a:r>
            <a:endParaRPr sz="4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Arjun Reddy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/>
              <a:t>Dear Comrade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/>
              <a:t>Munna Bhai MBBS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 err="1"/>
              <a:t>devdas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6050" y="2743200"/>
            <a:ext cx="319190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/>
              <a:t>Arjun Reddy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3795" y="1645920"/>
            <a:ext cx="3036409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Q7</a:t>
            </a:r>
          </a:p>
          <a:p>
            <a:r>
              <a:rPr sz="5400" dirty="0"/>
              <a:t>🦖🌴🚧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Jurassic 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Avatar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King Kong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Ice 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Jurassic Park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7731" y="1610677"/>
            <a:ext cx="412484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Q8</a:t>
            </a:r>
          </a:p>
          <a:p>
            <a:r>
              <a:rPr sz="5400" dirty="0"/>
              <a:t>👨‍🎓👨‍🎓👨‍🎓</a:t>
            </a:r>
            <a:r>
              <a:rPr lang="en-IN" sz="5400" dirty="0"/>
              <a:t>📚 </a:t>
            </a:r>
            <a:endParaRPr sz="5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3 Idiots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PK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Chhichhore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SOTY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3 Idiots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9061" y="1645920"/>
            <a:ext cx="296587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Q9</a:t>
            </a:r>
          </a:p>
          <a:p>
            <a:r>
              <a:rPr lang="en-IN" sz="4800" dirty="0"/>
              <a:t>🌧️ 💔 🎶</a:t>
            </a:r>
            <a:endParaRPr sz="48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Dia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/>
              <a:t>Love Mocktail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 err="1"/>
              <a:t>Mungaru</a:t>
            </a:r>
            <a:r>
              <a:rPr lang="en-US" dirty="0"/>
              <a:t> Male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 err="1"/>
              <a:t>Mugulu</a:t>
            </a:r>
            <a:r>
              <a:rPr lang="en-US" dirty="0"/>
              <a:t> </a:t>
            </a:r>
            <a:r>
              <a:rPr lang="en-US" dirty="0" err="1"/>
              <a:t>nage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0104" y="2743200"/>
            <a:ext cx="356379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 err="1"/>
              <a:t>Mungaru</a:t>
            </a:r>
            <a:r>
              <a:rPr lang="en-US" dirty="0"/>
              <a:t> Male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6428" y="1645920"/>
            <a:ext cx="535114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sz="3600" dirty="0">
                <a:solidFill>
                  <a:schemeClr val="bg1"/>
                </a:solidFill>
              </a:rPr>
              <a:t>Q1</a:t>
            </a:r>
            <a:r>
              <a:rPr lang="en-US" sz="3600" dirty="0">
                <a:solidFill>
                  <a:schemeClr val="bg1"/>
                </a:solidFill>
              </a:rPr>
              <a:t>0</a:t>
            </a:r>
            <a:endParaRPr sz="3600" dirty="0">
              <a:solidFill>
                <a:schemeClr val="bg1"/>
              </a:solidFill>
            </a:endParaRPr>
          </a:p>
          <a:p>
            <a:r>
              <a:rPr lang="en-IN" sz="5400" dirty="0"/>
              <a:t>👑👑 ⚔️ 🏹 🏰</a:t>
            </a:r>
            <a:endParaRPr sz="5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Baahubali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RRR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Arjun Reddy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Sye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Baahubali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0834" y="1645920"/>
            <a:ext cx="406233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Q1</a:t>
            </a:r>
            <a:r>
              <a:rPr lang="en-US" dirty="0">
                <a:solidFill>
                  <a:schemeClr val="bg1"/>
                </a:solidFill>
              </a:rPr>
              <a:t>1</a:t>
            </a:r>
          </a:p>
          <a:p>
            <a:pPr algn="ctr">
              <a:defRPr sz="4000" b="1"/>
            </a:pPr>
            <a:r>
              <a:rPr lang="en-IN" dirty="0"/>
              <a:t>🚬 🌸 🌲 🪵 🔥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Pushpa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Rangasthalam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KGF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SVP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Pushpa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850" y="1645920"/>
            <a:ext cx="3618298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Q1</a:t>
            </a:r>
            <a:r>
              <a:rPr lang="en-US" dirty="0">
                <a:solidFill>
                  <a:schemeClr val="bg1"/>
                </a:solidFill>
              </a:rPr>
              <a:t>2</a:t>
            </a:r>
            <a:endParaRPr dirty="0">
              <a:solidFill>
                <a:schemeClr val="bg1"/>
              </a:solidFill>
            </a:endParaRPr>
          </a:p>
          <a:p>
            <a:r>
              <a:rPr lang="en-IN" sz="4400" dirty="0"/>
              <a:t>🧑‍🚀 🚀 🕳️ 🌌</a:t>
            </a:r>
            <a:endParaRPr sz="4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Interstellar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/>
              <a:t>Ad Astra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/>
              <a:t>Gravity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/>
              <a:t>Rocketry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5094" y="2743200"/>
            <a:ext cx="293381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/>
              <a:t>Interstellar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1717" y="1645920"/>
            <a:ext cx="4400564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Q1</a:t>
            </a:r>
            <a:r>
              <a:rPr lang="en-US" dirty="0">
                <a:solidFill>
                  <a:schemeClr val="bg1"/>
                </a:solidFill>
              </a:rPr>
              <a:t>3</a:t>
            </a:r>
            <a:endParaRPr dirty="0">
              <a:solidFill>
                <a:schemeClr val="bg1"/>
              </a:solidFill>
            </a:endParaRPr>
          </a:p>
          <a:p>
            <a:r>
              <a:rPr lang="en-IN" sz="5400" dirty="0"/>
              <a:t>👨 🐯 🛶 🌊</a:t>
            </a:r>
            <a:endParaRPr sz="5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Cast away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/>
              <a:t>Titanic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/>
              <a:t>Life of PI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/>
              <a:t>Jaws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9897" y="2743200"/>
            <a:ext cx="250421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/>
              <a:t>Life of Pi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4285" y="1645920"/>
            <a:ext cx="5075428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sz="4000" dirty="0">
                <a:solidFill>
                  <a:schemeClr val="bg1"/>
                </a:solidFill>
              </a:rPr>
              <a:t>Q1</a:t>
            </a:r>
            <a:r>
              <a:rPr lang="en-US" sz="4000" dirty="0">
                <a:solidFill>
                  <a:schemeClr val="bg1"/>
                </a:solidFill>
              </a:rPr>
              <a:t>4</a:t>
            </a:r>
            <a:endParaRPr sz="4000" dirty="0">
              <a:solidFill>
                <a:schemeClr val="bg1"/>
              </a:solidFill>
            </a:endParaRPr>
          </a:p>
          <a:p>
            <a:r>
              <a:rPr sz="5400" dirty="0"/>
              <a:t>🧙‍♂️⚡🏫</a:t>
            </a:r>
            <a:r>
              <a:rPr lang="en-IN" sz="5400" dirty="0"/>
              <a:t> 🪄🧹</a:t>
            </a:r>
            <a:endParaRPr sz="54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Harry Potter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LOTR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Narnia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Percy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Harry Potter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098" y="1645920"/>
            <a:ext cx="3353803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sz="4000" dirty="0">
                <a:solidFill>
                  <a:schemeClr val="bg1"/>
                </a:solidFill>
              </a:rPr>
              <a:t>Q1</a:t>
            </a:r>
            <a:r>
              <a:rPr lang="en-US" sz="4000" dirty="0">
                <a:solidFill>
                  <a:schemeClr val="bg1"/>
                </a:solidFill>
              </a:rPr>
              <a:t>5</a:t>
            </a:r>
            <a:endParaRPr sz="4000" dirty="0">
              <a:solidFill>
                <a:schemeClr val="bg1"/>
              </a:solidFill>
            </a:endParaRPr>
          </a:p>
          <a:p>
            <a:r>
              <a:rPr sz="6000" dirty="0"/>
              <a:t>🧊👸⛄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Frozen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Ice 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Moana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Snow White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Frozen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05416" y="1645920"/>
            <a:ext cx="1733167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</a:t>
            </a:r>
            <a:r>
              <a:rPr lang="en-US" dirty="0">
                <a:solidFill>
                  <a:schemeClr val="bg1"/>
                </a:solidFill>
              </a:rPr>
              <a:t>16</a:t>
            </a:r>
            <a:endParaRPr dirty="0">
              <a:solidFill>
                <a:schemeClr val="bg1"/>
              </a:solidFill>
            </a:endParaRPr>
          </a:p>
          <a:p>
            <a:r>
              <a:rPr sz="4400" dirty="0"/>
              <a:t>🐠🌊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Finding Nemo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Shark Tale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Moana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Mermaid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t>✅ Finding Nemo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E3F05-F039-3823-E897-D7845A33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FFE17-FA1E-1EC9-7536-2F0804E51E23}"/>
              </a:ext>
            </a:extLst>
          </p:cNvPr>
          <p:cNvSpPr txBox="1"/>
          <p:nvPr/>
        </p:nvSpPr>
        <p:spPr>
          <a:xfrm>
            <a:off x="2493546" y="1645920"/>
            <a:ext cx="415690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</a:t>
            </a:r>
            <a:r>
              <a:rPr lang="en-US" dirty="0">
                <a:solidFill>
                  <a:schemeClr val="bg1"/>
                </a:solidFill>
              </a:rPr>
              <a:t>17</a:t>
            </a:r>
            <a:endParaRPr dirty="0">
              <a:solidFill>
                <a:schemeClr val="bg1"/>
              </a:solidFill>
            </a:endParaRPr>
          </a:p>
          <a:p>
            <a:r>
              <a:rPr lang="en-IN" sz="5400" dirty="0"/>
              <a:t>🏏 👨‍👦 ❤️ 🏆</a:t>
            </a:r>
            <a:endParaRPr sz="54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752EFC-5C3B-E0EA-89A0-39FB693AF0B4}"/>
              </a:ext>
            </a:extLst>
          </p:cNvPr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A. </a:t>
            </a:r>
            <a:r>
              <a:rPr lang="en-US" dirty="0"/>
              <a:t>MS Dhoni –untold story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82DA18-1E99-BB30-C320-5FD9E4C03814}"/>
              </a:ext>
            </a:extLst>
          </p:cNvPr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B. </a:t>
            </a:r>
            <a:r>
              <a:rPr lang="en-US" dirty="0"/>
              <a:t>83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E863BE-803B-3683-ADED-1CF0BED29A28}"/>
              </a:ext>
            </a:extLst>
          </p:cNvPr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C. </a:t>
            </a:r>
            <a:r>
              <a:rPr lang="en-US" dirty="0"/>
              <a:t>Jersey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D09885B-DB0B-9CFE-9ECD-E7053A8865EB}"/>
              </a:ext>
            </a:extLst>
          </p:cNvPr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D. </a:t>
            </a:r>
            <a:r>
              <a:rPr lang="en-US" dirty="0"/>
              <a:t>Lagaan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569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CAF10-F818-AC4E-6AC6-005F6589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E532B8-75EB-20CF-9F33-2B0B2AA5723A}"/>
              </a:ext>
            </a:extLst>
          </p:cNvPr>
          <p:cNvSpPr txBox="1"/>
          <p:nvPr/>
        </p:nvSpPr>
        <p:spPr>
          <a:xfrm>
            <a:off x="3550725" y="2743200"/>
            <a:ext cx="204254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/>
              <a:t>Jersey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525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1717" y="1645920"/>
            <a:ext cx="4400564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rPr dirty="0">
                <a:solidFill>
                  <a:schemeClr val="bg1"/>
                </a:solidFill>
              </a:rPr>
              <a:t>Q1</a:t>
            </a:r>
            <a:r>
              <a:rPr lang="en-US" dirty="0">
                <a:solidFill>
                  <a:schemeClr val="bg1"/>
                </a:solidFill>
              </a:rPr>
              <a:t>8</a:t>
            </a:r>
            <a:endParaRPr dirty="0">
              <a:solidFill>
                <a:schemeClr val="bg1"/>
              </a:solidFill>
            </a:endParaRPr>
          </a:p>
          <a:p>
            <a:r>
              <a:rPr lang="en-IN" sz="5400" dirty="0"/>
              <a:t>⛰️ ⚔️ 👑 🪙</a:t>
            </a:r>
          </a:p>
          <a:p>
            <a:endParaRPr sz="4000"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A. KGF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B. Kantara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C. Pushpa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754880"/>
            <a:ext cx="3200400" cy="914400"/>
          </a:xfrm>
          <a:prstGeom prst="roundRect">
            <a:avLst/>
          </a:prstGeom>
          <a:solidFill>
            <a:srgbClr val="503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D. Baahubali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3085" y="2743200"/>
            <a:ext cx="165782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FF96"/>
                </a:solidFill>
              </a:defRPr>
            </a:pPr>
            <a:r>
              <a:rPr dirty="0"/>
              <a:t>✅ </a:t>
            </a:r>
            <a:r>
              <a:rPr lang="en-US" dirty="0"/>
              <a:t>KGF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73</TotalTime>
  <Words>391</Words>
  <Application>Microsoft Office PowerPoint</Application>
  <PresentationFormat>On-screen Show (4:3)</PresentationFormat>
  <Paragraphs>132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Shivani S Shet</cp:lastModifiedBy>
  <cp:revision>4</cp:revision>
  <dcterms:created xsi:type="dcterms:W3CDTF">2013-01-27T09:14:16Z</dcterms:created>
  <dcterms:modified xsi:type="dcterms:W3CDTF">2026-03-24T14:42:18Z</dcterms:modified>
  <cp:category/>
</cp:coreProperties>
</file>